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Video Caption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Documentation • v1.0.0</a:t>
            </a:r>
          </a:p>
          <a:p>
            <a:r>
              <a:t>Nekkanti Satya Srinath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Generate multilingual captions from uploaded videos.</a:t>
            </a:r>
          </a:p>
          <a:p>
            <a:pPr>
              <a:spcAft>
                <a:spcPts val="800"/>
              </a:spcAft>
              <a:defRPr sz="2000"/>
            </a:pPr>
            <a:r>
              <a:t>Preserve the original uploaded video.</a:t>
            </a:r>
          </a:p>
          <a:p>
            <a:pPr>
              <a:spcAft>
                <a:spcPts val="800"/>
              </a:spcAft>
              <a:defRPr sz="2000"/>
            </a:pPr>
            <a:r>
              <a:t>Generate timestamped SRT and VTT subtitle files.</a:t>
            </a:r>
          </a:p>
          <a:p>
            <a:pPr>
              <a:spcAft>
                <a:spcPts val="800"/>
              </a:spcAft>
              <a:defRPr sz="2000"/>
            </a:pPr>
            <a:r>
              <a:t>Create a separate captioned video using FFmpeg.</a:t>
            </a:r>
          </a:p>
          <a:p>
            <a:pPr>
              <a:spcAft>
                <a:spcPts val="800"/>
              </a:spcAft>
              <a:defRPr sz="2000"/>
            </a:pPr>
            <a:r>
              <a:t>Use local Ollama / TranslateGemma for caption translation.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📤 Upload Video</a:t>
            </a:r>
          </a:p>
          <a:p>
            <a:pPr>
              <a:spcAft>
                <a:spcPts val="800"/>
              </a:spcAft>
              <a:defRPr sz="2000"/>
            </a:pPr>
            <a:r>
              <a:t>💾 Save Original Video</a:t>
            </a:r>
          </a:p>
          <a:p>
            <a:pPr>
              <a:spcAft>
                <a:spcPts val="800"/>
              </a:spcAft>
              <a:defRPr sz="2000"/>
            </a:pPr>
            <a:r>
              <a:t>🎙️ Whisper Transcription</a:t>
            </a:r>
          </a:p>
          <a:p>
            <a:pPr>
              <a:spcAft>
                <a:spcPts val="800"/>
              </a:spcAft>
              <a:defRPr sz="2000"/>
            </a:pPr>
            <a:r>
              <a:t>🌐 Language Detection</a:t>
            </a:r>
          </a:p>
          <a:p>
            <a:pPr>
              <a:spcAft>
                <a:spcPts val="800"/>
              </a:spcAft>
              <a:defRPr sz="2000"/>
            </a:pPr>
            <a:r>
              <a:t>💬 Caption Language Selection</a:t>
            </a:r>
          </a:p>
          <a:p>
            <a:pPr>
              <a:spcAft>
                <a:spcPts val="800"/>
              </a:spcAft>
              <a:defRPr sz="2000"/>
            </a:pPr>
            <a:r>
              <a:t>🤖 Translation</a:t>
            </a:r>
          </a:p>
          <a:p>
            <a:pPr>
              <a:spcAft>
                <a:spcPts val="800"/>
              </a:spcAft>
              <a:defRPr sz="2000"/>
            </a:pPr>
            <a:r>
              <a:t>📄 SRT + VTT Generation</a:t>
            </a:r>
          </a:p>
          <a:p>
            <a:pPr>
              <a:spcAft>
                <a:spcPts val="800"/>
              </a:spcAft>
              <a:defRPr sz="2000"/>
            </a:pPr>
            <a:r>
              <a:t>🔥 FFmpeg Caption Burn</a:t>
            </a:r>
          </a:p>
          <a:p>
            <a:pPr>
              <a:spcAft>
                <a:spcPts val="800"/>
              </a:spcAft>
              <a:defRPr sz="2000"/>
            </a:pPr>
            <a:r>
              <a:t>🎥 Captioned Video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Python 3.11</a:t>
            </a:r>
          </a:p>
          <a:p>
            <a:pPr>
              <a:spcAft>
                <a:spcPts val="800"/>
              </a:spcAft>
              <a:defRPr sz="2000"/>
            </a:pPr>
            <a:r>
              <a:t>Streamlit</a:t>
            </a:r>
          </a:p>
          <a:p>
            <a:pPr>
              <a:spcAft>
                <a:spcPts val="800"/>
              </a:spcAft>
              <a:defRPr sz="2000"/>
            </a:pPr>
            <a:r>
              <a:t>OpenAI Whisper</a:t>
            </a:r>
          </a:p>
          <a:p>
            <a:pPr>
              <a:spcAft>
                <a:spcPts val="800"/>
              </a:spcAft>
              <a:defRPr sz="2000"/>
            </a:pPr>
            <a:r>
              <a:t>Ollama</a:t>
            </a:r>
          </a:p>
          <a:p>
            <a:pPr>
              <a:spcAft>
                <a:spcPts val="800"/>
              </a:spcAft>
              <a:defRPr sz="2000"/>
            </a:pPr>
            <a:r>
              <a:t>TranslateGemma 12B</a:t>
            </a:r>
          </a:p>
          <a:p>
            <a:pPr>
              <a:spcAft>
                <a:spcPts val="800"/>
              </a:spcAft>
              <a:defRPr sz="2000"/>
            </a:pPr>
            <a:r>
              <a:t>FFmpeg</a:t>
            </a:r>
          </a:p>
          <a:p>
            <a:pPr>
              <a:spcAft>
                <a:spcPts val="800"/>
              </a:spcAft>
              <a:defRPr sz="2000"/>
            </a:pPr>
            <a:r>
              <a:t>PyTest</a:t>
            </a:r>
          </a:p>
          <a:p>
            <a:pPr>
              <a:spcAft>
                <a:spcPts val="800"/>
              </a:spcAft>
              <a:defRPr sz="2000"/>
            </a:pPr>
            <a:r>
              <a:t>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Video upload and original-video preservation</a:t>
            </a:r>
          </a:p>
          <a:p>
            <a:pPr>
              <a:spcAft>
                <a:spcPts val="800"/>
              </a:spcAft>
              <a:defRPr sz="2000"/>
            </a:pPr>
            <a:r>
              <a:t>Timestamped internal transcription</a:t>
            </a:r>
          </a:p>
          <a:p>
            <a:pPr>
              <a:spcAft>
                <a:spcPts val="800"/>
              </a:spcAft>
              <a:defRPr sz="2000"/>
            </a:pPr>
            <a:r>
              <a:t>Spoken-language detection</a:t>
            </a:r>
          </a:p>
          <a:p>
            <a:pPr>
              <a:spcAft>
                <a:spcPts val="800"/>
              </a:spcAft>
              <a:defRPr sz="2000"/>
            </a:pPr>
            <a:r>
              <a:t>Multilingual caption generation</a:t>
            </a:r>
          </a:p>
          <a:p>
            <a:pPr>
              <a:spcAft>
                <a:spcPts val="800"/>
              </a:spcAft>
              <a:defRPr sz="2000"/>
            </a:pPr>
            <a:r>
              <a:t>Local AI translation</a:t>
            </a:r>
          </a:p>
          <a:p>
            <a:pPr>
              <a:spcAft>
                <a:spcPts val="800"/>
              </a:spcAft>
              <a:defRPr sz="2000"/>
            </a:pPr>
            <a:r>
              <a:t>SRT and VTT generation</a:t>
            </a:r>
          </a:p>
          <a:p>
            <a:pPr>
              <a:spcAft>
                <a:spcPts val="800"/>
              </a:spcAft>
              <a:defRPr sz="2000"/>
            </a:pPr>
            <a:r>
              <a:t>Permanent caption burning</a:t>
            </a:r>
          </a:p>
          <a:p>
            <a:pPr>
              <a:spcAft>
                <a:spcPts val="800"/>
              </a:spcAft>
              <a:defRPr sz="2000"/>
            </a:pPr>
            <a:r>
              <a:t>Dashboard and recent-file statistics</a:t>
            </a:r>
          </a:p>
          <a:p>
            <a:pPr>
              <a:spcAft>
                <a:spcPts val="800"/>
              </a:spcAft>
              <a:defRPr sz="2000"/>
            </a:pPr>
            <a:r>
              <a:t>Settings, Help and About pages</a:t>
            </a:r>
          </a:p>
          <a:p>
            <a:pPr>
              <a:spcAft>
                <a:spcPts val="800"/>
              </a:spcAft>
              <a:defRPr sz="2000"/>
            </a:pPr>
            <a:r>
              <a:t>Sidebar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Streamlit UI → Pages / Agents → Services → Providers</a:t>
            </a:r>
          </a:p>
          <a:p>
            <a:pPr>
              <a:spcAft>
                <a:spcPts val="800"/>
              </a:spcAft>
              <a:defRPr sz="2000"/>
            </a:pPr>
            <a:r>
              <a:t>Agents coordinate application workflows.</a:t>
            </a:r>
          </a:p>
          <a:p>
            <a:pPr>
              <a:spcAft>
                <a:spcPts val="800"/>
              </a:spcAft>
              <a:defRPr sz="2000"/>
            </a:pPr>
            <a:r>
              <a:t>Services provide reusable processing logic.</a:t>
            </a:r>
          </a:p>
          <a:p>
            <a:pPr>
              <a:spcAft>
                <a:spcPts val="800"/>
              </a:spcAft>
              <a:defRPr sz="2000"/>
            </a:pPr>
            <a:r>
              <a:t>Providers abstract translation integrations.</a:t>
            </a:r>
          </a:p>
          <a:p>
            <a:pPr>
              <a:spcAft>
                <a:spcPts val="800"/>
              </a:spcAft>
              <a:defRPr sz="2000"/>
            </a:pPr>
            <a:r>
              <a:t>Core models represent caption-domain data.</a:t>
            </a:r>
          </a:p>
          <a:p>
            <a:pPr>
              <a:spcAft>
                <a:spcPts val="800"/>
              </a:spcAft>
              <a:defRPr sz="2000"/>
            </a:pPr>
            <a:r>
              <a:t>Utilities handle caption formatting and conversion.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CaptionAgent</a:t>
            </a:r>
          </a:p>
          <a:p>
            <a:pPr>
              <a:spcAft>
                <a:spcPts val="800"/>
              </a:spcAft>
              <a:defRPr sz="2000"/>
            </a:pPr>
            <a:r>
              <a:t>CaptionGenerationService</a:t>
            </a:r>
          </a:p>
          <a:p>
            <a:pPr>
              <a:spcAft>
                <a:spcPts val="800"/>
              </a:spcAft>
              <a:defRPr sz="2000"/>
            </a:pPr>
            <a:r>
              <a:t>LanguageDetectionService</a:t>
            </a:r>
          </a:p>
          <a:p>
            <a:pPr>
              <a:spcAft>
                <a:spcPts val="800"/>
              </a:spcAft>
              <a:defRPr sz="2000"/>
            </a:pPr>
            <a:r>
              <a:t>TranscriptService</a:t>
            </a:r>
          </a:p>
          <a:p>
            <a:pPr>
              <a:spcAft>
                <a:spcPts val="800"/>
              </a:spcAft>
              <a:defRPr sz="2000"/>
            </a:pPr>
            <a:r>
              <a:t>TranslationProvider</a:t>
            </a:r>
          </a:p>
          <a:p>
            <a:pPr>
              <a:spcAft>
                <a:spcPts val="800"/>
              </a:spcAft>
              <a:defRPr sz="2000"/>
            </a:pPr>
            <a:r>
              <a:t>OllamaTranslationProvider</a:t>
            </a:r>
          </a:p>
          <a:p>
            <a:pPr>
              <a:spcAft>
                <a:spcPts val="800"/>
              </a:spcAft>
              <a:defRPr sz="2000"/>
            </a:pPr>
            <a:r>
              <a:t>Video Caption Burn Service</a:t>
            </a:r>
          </a:p>
          <a:p>
            <a:pPr>
              <a:spcAft>
                <a:spcPts val="800"/>
              </a:spcAft>
              <a:defRPr sz="2000"/>
            </a:pPr>
            <a:r>
              <a:t>DashboardAgent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Formats &amp; Languages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Video: MP4, MOV, AVI, MKV, WebM</a:t>
            </a:r>
          </a:p>
          <a:p>
            <a:pPr>
              <a:spcAft>
                <a:spcPts val="800"/>
              </a:spcAft>
              <a:defRPr sz="2000"/>
            </a:pPr>
            <a:r>
              <a:t>Captions: SRT and VTT</a:t>
            </a:r>
          </a:p>
          <a:p>
            <a:pPr>
              <a:spcAft>
                <a:spcPts val="800"/>
              </a:spcAft>
              <a:defRPr sz="2000"/>
            </a:pPr>
            <a:r>
              <a:t>English (en)</a:t>
            </a:r>
          </a:p>
          <a:p>
            <a:pPr>
              <a:spcAft>
                <a:spcPts val="800"/>
              </a:spcAft>
              <a:defRPr sz="2000"/>
            </a:pPr>
            <a:r>
              <a:t>Telugu (te)</a:t>
            </a:r>
          </a:p>
          <a:p>
            <a:pPr>
              <a:spcAft>
                <a:spcPts val="800"/>
              </a:spcAft>
              <a:defRPr sz="2000"/>
            </a:pPr>
            <a:r>
              <a:t>Hindi (hi)</a:t>
            </a:r>
          </a:p>
          <a:p>
            <a:pPr>
              <a:spcAft>
                <a:spcPts val="800"/>
              </a:spcAft>
              <a:defRPr sz="2000"/>
            </a:pPr>
            <a:r>
              <a:t>Tamil (ta)</a:t>
            </a:r>
          </a:p>
          <a:p>
            <a:pPr>
              <a:spcAft>
                <a:spcPts val="800"/>
              </a:spcAft>
              <a:defRPr sz="2000"/>
            </a:pPr>
            <a:r>
              <a:t>Kannada (kn)</a:t>
            </a:r>
          </a:p>
          <a:p>
            <a:pPr>
              <a:spcAft>
                <a:spcPts val="800"/>
              </a:spcAft>
              <a:defRPr sz="2000"/>
            </a:pPr>
            <a:r>
              <a:t>Malayalam (ml)</a:t>
            </a:r>
          </a:p>
          <a:p>
            <a:pPr>
              <a:spcAft>
                <a:spcPts val="800"/>
              </a:spcAft>
              <a:defRPr sz="2000"/>
            </a:pPr>
            <a:r>
              <a:t>Bengali (bn)</a:t>
            </a:r>
          </a:p>
          <a:p>
            <a:pPr>
              <a:spcAft>
                <a:spcPts val="800"/>
              </a:spcAft>
              <a:defRPr sz="2000"/>
            </a:pPr>
            <a:r>
              <a:t>Marathi (mr)</a:t>
            </a:r>
          </a:p>
          <a:p>
            <a:pPr>
              <a:spcAft>
                <a:spcPts val="800"/>
              </a:spcAft>
              <a:defRPr sz="2000"/>
            </a:pPr>
            <a:r>
              <a:t>Gujarati (gu)</a:t>
            </a:r>
          </a:p>
          <a:p>
            <a:pPr>
              <a:spcAft>
                <a:spcPts val="800"/>
              </a:spcAft>
              <a:defRPr sz="2000"/>
            </a:pPr>
            <a:r>
              <a:t>Punjabi (pa)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&amp;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uploads/ — original uploaded videos</a:t>
            </a:r>
          </a:p>
          <a:p>
            <a:pPr>
              <a:spcAft>
                <a:spcPts val="800"/>
              </a:spcAft>
              <a:defRPr sz="2000"/>
            </a:pPr>
            <a:r>
              <a:t>captions/ — generated SRT and VTT files</a:t>
            </a:r>
          </a:p>
          <a:p>
            <a:pPr>
              <a:spcAft>
                <a:spcPts val="800"/>
              </a:spcAft>
              <a:defRPr sz="2000"/>
            </a:pPr>
            <a:r>
              <a:t>outputs/ — final captioned videos</a:t>
            </a:r>
          </a:p>
          <a:p>
            <a:pPr>
              <a:spcAft>
                <a:spcPts val="800"/>
              </a:spcAft>
              <a:defRPr sz="2000"/>
            </a:pPr>
            <a:r>
              <a:t>Original videos are preserved and not overwritten.</a:t>
            </a:r>
          </a:p>
          <a:p>
            <a:pPr>
              <a:spcAft>
                <a:spcPts val="800"/>
              </a:spcAft>
              <a:defRPr sz="2000"/>
            </a:pPr>
            <a:r>
              <a:t>Dashboard recent files exclude .gitkeep placeholders.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📊 Dashboard</a:t>
            </a:r>
          </a:p>
          <a:p>
            <a:pPr>
              <a:spcAft>
                <a:spcPts val="800"/>
              </a:spcAft>
              <a:defRPr sz="2000"/>
            </a:pPr>
            <a:r>
              <a:t>🎬 Caption Generator</a:t>
            </a:r>
          </a:p>
          <a:p>
            <a:pPr>
              <a:spcAft>
                <a:spcPts val="800"/>
              </a:spcAft>
              <a:defRPr sz="2000"/>
            </a:pPr>
            <a:r>
              <a:t>📄 Captions</a:t>
            </a:r>
          </a:p>
          <a:p>
            <a:pPr>
              <a:spcAft>
                <a:spcPts val="800"/>
              </a:spcAft>
              <a:defRPr sz="2000"/>
            </a:pPr>
            <a:r>
              <a:t>⚙️ Settings</a:t>
            </a:r>
          </a:p>
          <a:p>
            <a:pPr>
              <a:spcAft>
                <a:spcPts val="800"/>
              </a:spcAft>
              <a:defRPr sz="2000"/>
            </a:pPr>
            <a:r>
              <a:t>❓ Help</a:t>
            </a:r>
          </a:p>
          <a:p>
            <a:pPr>
              <a:spcAft>
                <a:spcPts val="800"/>
              </a:spcAft>
              <a:defRPr sz="2000"/>
            </a:pPr>
            <a:r>
              <a:t>ℹ️ About</a:t>
            </a:r>
          </a:p>
          <a:p>
            <a:pPr>
              <a:spcAft>
                <a:spcPts val="800"/>
              </a:spcAft>
              <a:defRPr sz="2000"/>
            </a:pPr>
            <a:r>
              <a:t>Sidebar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Settings &amp;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Whisper model selection</a:t>
            </a:r>
          </a:p>
          <a:p>
            <a:pPr>
              <a:spcAft>
                <a:spcPts val="800"/>
              </a:spcAft>
              <a:defRPr sz="2000"/>
            </a:pPr>
            <a:r>
              <a:t>Ollama translation model configuration</a:t>
            </a:r>
          </a:p>
          <a:p>
            <a:pPr>
              <a:spcAft>
                <a:spcPts val="800"/>
              </a:spcAft>
              <a:defRPr sz="2000"/>
            </a:pPr>
            <a:r>
              <a:t>Default caption language</a:t>
            </a:r>
          </a:p>
          <a:p>
            <a:pPr>
              <a:spcAft>
                <a:spcPts val="800"/>
              </a:spcAft>
              <a:defRPr sz="2000"/>
            </a:pPr>
            <a:r>
              <a:t>TranslationProvider abstraction</a:t>
            </a:r>
          </a:p>
          <a:p>
            <a:pPr>
              <a:spcAft>
                <a:spcPts val="800"/>
              </a:spcAft>
              <a:defRPr sz="2000"/>
            </a:pPr>
            <a:r>
              <a:t>Default local model: TranslateGemma 12B</a:t>
            </a:r>
          </a:p>
          <a:p>
            <a:pPr>
              <a:spcAft>
                <a:spcPts val="800"/>
              </a:spcAft>
              <a:defRPr sz="2000"/>
            </a:pPr>
            <a:r>
              <a:t>Ollama connection and empty-response errors are handled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— Final Verified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153 tests collected</a:t>
            </a:r>
          </a:p>
          <a:p>
            <a:pPr>
              <a:spcAft>
                <a:spcPts val="800"/>
              </a:spcAft>
              <a:defRPr sz="2000"/>
            </a:pPr>
            <a:r>
              <a:t>153 tests passed</a:t>
            </a:r>
          </a:p>
          <a:p>
            <a:pPr>
              <a:spcAft>
                <a:spcPts val="800"/>
              </a:spcAft>
              <a:defRPr sz="2000"/>
            </a:pPr>
            <a:r>
              <a:t>0 tests failed</a:t>
            </a:r>
          </a:p>
          <a:p>
            <a:pPr>
              <a:spcAft>
                <a:spcPts val="800"/>
              </a:spcAft>
              <a:defRPr sz="2000"/>
            </a:pPr>
            <a:r>
              <a:t>100% pass rate</a:t>
            </a:r>
          </a:p>
          <a:p>
            <a:pPr>
              <a:spcAft>
                <a:spcPts val="800"/>
              </a:spcAft>
              <a:defRPr sz="2000"/>
            </a:pPr>
            <a:r>
              <a:t>15.31 seconds execution time</a:t>
            </a:r>
          </a:p>
          <a:p>
            <a:pPr>
              <a:spcAft>
                <a:spcPts val="800"/>
              </a:spcAft>
              <a:defRPr sz="2000"/>
            </a:pPr>
            <a:r>
              <a:t>Python 3.11.4</a:t>
            </a:r>
          </a:p>
          <a:p>
            <a:pPr>
              <a:spcAft>
                <a:spcPts val="800"/>
              </a:spcAft>
              <a:defRPr sz="2000"/>
            </a:pPr>
            <a:r>
              <a:t>PyTest 9.1.1</a:t>
            </a:r>
          </a:p>
          <a:p>
            <a:pPr>
              <a:spcAft>
                <a:spcPts val="800"/>
              </a:spcAft>
              <a:defRPr sz="2000"/>
            </a:pPr>
            <a:r>
              <a:t>Windows PowerShell</a:t>
            </a:r>
          </a:p>
          <a:p>
            <a:pPr>
              <a:spcAft>
                <a:spcPts val="800"/>
              </a:spcAft>
              <a:defRPr sz="2000"/>
            </a:pPr>
            <a:r>
              <a:t>FINAL STATUS: TESTED SUCCESSFULLY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✅ Original video saved</a:t>
            </a:r>
          </a:p>
          <a:p>
            <a:pPr>
              <a:spcAft>
                <a:spcPts val="800"/>
              </a:spcAft>
              <a:defRPr sz="2000"/>
            </a:pPr>
            <a:r>
              <a:t>✅ SRT generated</a:t>
            </a:r>
          </a:p>
          <a:p>
            <a:pPr>
              <a:spcAft>
                <a:spcPts val="800"/>
              </a:spcAft>
              <a:defRPr sz="2000"/>
            </a:pPr>
            <a:r>
              <a:t>✅ VTT generated</a:t>
            </a:r>
          </a:p>
          <a:p>
            <a:pPr>
              <a:spcAft>
                <a:spcPts val="800"/>
              </a:spcAft>
              <a:defRPr sz="2000"/>
            </a:pPr>
            <a:r>
              <a:t>✅ Captioned video generated</a:t>
            </a:r>
          </a:p>
          <a:p>
            <a:pPr>
              <a:spcAft>
                <a:spcPts val="800"/>
              </a:spcAft>
              <a:defRPr sz="2000"/>
            </a:pPr>
            <a:r>
              <a:t>✅ Dashboard verified</a:t>
            </a:r>
          </a:p>
          <a:p>
            <a:pPr>
              <a:spcAft>
                <a:spcPts val="800"/>
              </a:spcAft>
              <a:defRPr sz="2000"/>
            </a:pPr>
            <a:r>
              <a:t>✅ Settings verified</a:t>
            </a:r>
          </a:p>
          <a:p>
            <a:pPr>
              <a:spcAft>
                <a:spcPts val="800"/>
              </a:spcAft>
              <a:defRPr sz="2000"/>
            </a:pPr>
            <a:r>
              <a:t>✅ Help verified</a:t>
            </a:r>
          </a:p>
          <a:p>
            <a:pPr>
              <a:spcAft>
                <a:spcPts val="800"/>
              </a:spcAft>
              <a:defRPr sz="2000"/>
            </a:pPr>
            <a:r>
              <a:t>✅ About verified</a:t>
            </a:r>
          </a:p>
          <a:p>
            <a:pPr>
              <a:spcAft>
                <a:spcPts val="800"/>
              </a:spcAft>
              <a:defRPr sz="2000"/>
            </a:pPr>
            <a:r>
              <a:t>✅ Sidebar navigation verified</a:t>
            </a:r>
          </a:p>
          <a:p>
            <a:pPr>
              <a:spcAft>
                <a:spcPts val="800"/>
              </a:spcAft>
              <a:defRPr sz="2000"/>
            </a:pPr>
            <a:r>
              <a:t>✅ Requirements validation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README.md</a:t>
            </a:r>
          </a:p>
          <a:p>
            <a:pPr>
              <a:spcAft>
                <a:spcPts val="800"/>
              </a:spcAft>
              <a:defRPr sz="2000"/>
            </a:pPr>
            <a:r>
              <a:t>API_DOCUMENTATION.md</a:t>
            </a:r>
          </a:p>
          <a:p>
            <a:pPr>
              <a:spcAft>
                <a:spcPts val="800"/>
              </a:spcAft>
              <a:defRPr sz="2000"/>
            </a:pPr>
            <a:r>
              <a:t>ARCHITECTURE.md</a:t>
            </a:r>
          </a:p>
          <a:p>
            <a:pPr>
              <a:spcAft>
                <a:spcPts val="800"/>
              </a:spcAft>
              <a:defRPr sz="2000"/>
            </a:pPr>
            <a:r>
              <a:t>CHANGELOG.md</a:t>
            </a:r>
          </a:p>
          <a:p>
            <a:pPr>
              <a:spcAft>
                <a:spcPts val="800"/>
              </a:spcAft>
              <a:defRPr sz="2000"/>
            </a:pPr>
            <a:r>
              <a:t>CONFIGURATION.md</a:t>
            </a:r>
          </a:p>
          <a:p>
            <a:pPr>
              <a:spcAft>
                <a:spcPts val="800"/>
              </a:spcAft>
              <a:defRPr sz="2000"/>
            </a:pPr>
            <a:r>
              <a:t>CONTRIBUTING.md</a:t>
            </a:r>
          </a:p>
          <a:p>
            <a:pPr>
              <a:spcAft>
                <a:spcPts val="800"/>
              </a:spcAft>
              <a:defRPr sz="2000"/>
            </a:pPr>
            <a:r>
              <a:t>DOCUMENTATION.md</a:t>
            </a:r>
          </a:p>
          <a:p>
            <a:pPr>
              <a:spcAft>
                <a:spcPts val="800"/>
              </a:spcAft>
              <a:defRPr sz="2000"/>
            </a:pPr>
            <a:r>
              <a:t>INSTALLATION.md</a:t>
            </a:r>
          </a:p>
          <a:p>
            <a:pPr>
              <a:spcAft>
                <a:spcPts val="800"/>
              </a:spcAft>
              <a:defRPr sz="2000"/>
            </a:pPr>
            <a:r>
              <a:t>PROJECT_NOTES.md</a:t>
            </a:r>
          </a:p>
          <a:p>
            <a:pPr>
              <a:spcAft>
                <a:spcPts val="800"/>
              </a:spcAft>
              <a:defRPr sz="2000"/>
            </a:pPr>
            <a:r>
              <a:t>PROJECT_STRUCTURE.md</a:t>
            </a:r>
          </a:p>
          <a:p>
            <a:pPr>
              <a:spcAft>
                <a:spcPts val="800"/>
              </a:spcAft>
              <a:defRPr sz="2000"/>
            </a:pPr>
            <a:r>
              <a:t>PROVIDER_GUIDE.md</a:t>
            </a:r>
          </a:p>
          <a:p>
            <a:pPr>
              <a:spcAft>
                <a:spcPts val="800"/>
              </a:spcAft>
              <a:defRPr sz="2000"/>
            </a:pPr>
            <a:r>
              <a:t>RELEASE_NOTES.md</a:t>
            </a:r>
          </a:p>
          <a:p>
            <a:pPr>
              <a:spcAft>
                <a:spcPts val="800"/>
              </a:spcAft>
              <a:defRPr sz="2000"/>
            </a:pPr>
            <a:r>
              <a:t>SECURITY.md</a:t>
            </a:r>
          </a:p>
          <a:p>
            <a:pPr>
              <a:spcAft>
                <a:spcPts val="800"/>
              </a:spcAft>
              <a:defRPr sz="2000"/>
            </a:pPr>
            <a:r>
              <a:t>SYSTEM_DESIGN.md</a:t>
            </a:r>
          </a:p>
          <a:p>
            <a:pPr>
              <a:spcAft>
                <a:spcPts val="800"/>
              </a:spcAft>
              <a:defRPr sz="2000"/>
            </a:pPr>
            <a:r>
              <a:t>TESTING.md</a:t>
            </a:r>
          </a:p>
          <a:p>
            <a:pPr>
              <a:spcAft>
                <a:spcPts val="800"/>
              </a:spcAft>
              <a:defRPr sz="2000"/>
            </a:pPr>
            <a:r>
              <a:t>TROUBLESHOOTING.md</a:t>
            </a:r>
          </a:p>
          <a:p>
            <a:pPr>
              <a:spcAft>
                <a:spcPts val="800"/>
              </a:spcAft>
              <a:defRPr sz="2000"/>
            </a:pPr>
            <a:r>
              <a:t>USER_GUIDE.md</a:t>
            </a:r>
          </a:p>
          <a:p>
            <a:pPr>
              <a:spcAft>
                <a:spcPts val="800"/>
              </a:spcAft>
              <a:defRPr sz="2000"/>
            </a:pPr>
            <a:r>
              <a:t>WORKFLOW.md</a:t>
            </a:r>
          </a:p>
          <a:p>
            <a:pPr>
              <a:spcAft>
                <a:spcPts val="800"/>
              </a:spcAft>
              <a:defRPr sz="2000"/>
            </a:pPr>
            <a:r>
              <a:t>SCREENSHOTS.md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&amp;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GitHub Actions runs the automated test suite.</a:t>
            </a:r>
          </a:p>
          <a:p>
            <a:pPr>
              <a:spcAft>
                <a:spcPts val="800"/>
              </a:spcAft>
              <a:defRPr sz="2000"/>
            </a:pPr>
            <a:r>
              <a:t>CI status is represented with a GitHub Actions badge.</a:t>
            </a:r>
          </a:p>
          <a:p>
            <a:pPr>
              <a:spcAft>
                <a:spcPts val="800"/>
              </a:spcAft>
              <a:defRPr sz="2000"/>
            </a:pPr>
            <a:r>
              <a:t>The verified test baseline is 153 passing tests.</a:t>
            </a:r>
          </a:p>
          <a:p>
            <a:pPr>
              <a:spcAft>
                <a:spcPts val="800"/>
              </a:spcAft>
              <a:defRPr sz="2000"/>
            </a:pPr>
            <a:r>
              <a:t>Documentation includes project status and release badges.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Version: v1.0.0</a:t>
            </a:r>
          </a:p>
          <a:p>
            <a:pPr>
              <a:spcAft>
                <a:spcPts val="800"/>
              </a:spcAft>
              <a:defRPr sz="2000"/>
            </a:pPr>
            <a:r>
              <a:t>Core release complete</a:t>
            </a:r>
          </a:p>
          <a:p>
            <a:pPr>
              <a:spcAft>
                <a:spcPts val="800"/>
              </a:spcAft>
              <a:defRPr sz="2000"/>
            </a:pPr>
            <a:r>
              <a:t>153 automated tests passing</a:t>
            </a:r>
          </a:p>
          <a:p>
            <a:pPr>
              <a:spcAft>
                <a:spcPts val="800"/>
              </a:spcAft>
              <a:defRPr sz="2000"/>
            </a:pPr>
            <a:r>
              <a:t>0 failures</a:t>
            </a:r>
          </a:p>
          <a:p>
            <a:pPr>
              <a:spcAft>
                <a:spcPts val="800"/>
              </a:spcAft>
              <a:defRPr sz="2000"/>
            </a:pPr>
            <a:r>
              <a:t>100% pass rate</a:t>
            </a:r>
          </a:p>
          <a:p>
            <a:pPr>
              <a:spcAft>
                <a:spcPts val="800"/>
              </a:spcAft>
              <a:defRPr sz="2000"/>
            </a:pPr>
            <a:r>
              <a:t>End-to-end workflow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Caption editor</a:t>
            </a:r>
          </a:p>
          <a:p>
            <a:pPr>
              <a:spcAft>
                <a:spcPts val="800"/>
              </a:spcAft>
              <a:defRPr sz="2000"/>
            </a:pPr>
            <a:r>
              <a:t>Batch processing</a:t>
            </a:r>
          </a:p>
          <a:p>
            <a:pPr>
              <a:spcAft>
                <a:spcPts val="800"/>
              </a:spcAft>
              <a:defRPr sz="2000"/>
            </a:pPr>
            <a:r>
              <a:t>Caption styling controls</a:t>
            </a:r>
          </a:p>
          <a:p>
            <a:pPr>
              <a:spcAft>
                <a:spcPts val="800"/>
              </a:spcAft>
              <a:defRPr sz="2000"/>
            </a:pPr>
            <a:r>
              <a:t>Additional translation providers</a:t>
            </a:r>
          </a:p>
          <a:p>
            <a:pPr>
              <a:spcAft>
                <a:spcPts val="800"/>
              </a:spcAft>
              <a:defRPr sz="2000"/>
            </a:pPr>
            <a:r>
              <a:t>Additional subtitle formats</a:t>
            </a:r>
          </a:p>
          <a:p>
            <a:pPr>
              <a:spcAft>
                <a:spcPts val="800"/>
              </a:spcAft>
              <a:defRPr sz="2000"/>
            </a:pPr>
            <a:r>
              <a:t>Advanced FFmpeg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Documentation Complete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Video Caption Generator v1.0.0</a:t>
            </a:r>
          </a:p>
          <a:p>
            <a:r>
              <a:t>153 Passed • 0 Failed • 100% • TESTED SUCCESSFULLY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AI Video Caption Generator v1.0.0 • Nekkanti Satya Srinath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