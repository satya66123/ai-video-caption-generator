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Video Caption Generator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Notes • v1.0.0</a:t>
            </a:r>
          </a:p>
          <a:p>
            <a:r>
              <a:t>Nekkanti Satya Srinath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/>
            </a:pPr>
            <a:r>
              <a:t>AI Video Caption Generator v1.0.0 • Nekkanti Satya Srinath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Python + Streamlit application for multilingual video caption generation.</a:t>
            </a:r>
          </a:p>
          <a:p>
            <a:pPr>
              <a:spcAft>
                <a:spcPts val="1000"/>
              </a:spcAft>
              <a:defRPr sz="2200"/>
            </a:pPr>
            <a:r>
              <a:t>Preserves the original uploaded video.</a:t>
            </a:r>
          </a:p>
          <a:p>
            <a:pPr>
              <a:spcAft>
                <a:spcPts val="1000"/>
              </a:spcAft>
              <a:defRPr sz="2200"/>
            </a:pPr>
            <a:r>
              <a:t>Generates timestamped SRT and VTT captions.</a:t>
            </a:r>
          </a:p>
          <a:p>
            <a:pPr>
              <a:spcAft>
                <a:spcPts val="1000"/>
              </a:spcAft>
              <a:defRPr sz="2200"/>
            </a:pPr>
            <a:r>
              <a:t>Creates a separate captioned video using FFmpeg.</a:t>
            </a:r>
          </a:p>
          <a:p>
            <a:pPr>
              <a:spcAft>
                <a:spcPts val="1000"/>
              </a:spcAft>
              <a:defRPr sz="2200"/>
            </a:pPr>
            <a:r>
              <a:t>Local-first translation workflow using Ollama / TranslateGemma.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/>
            </a:pPr>
            <a:r>
              <a:t>AI Video Caption Generator v1.0.0 • Nekkanti Satya Srinath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📤 Upload Video</a:t>
            </a:r>
          </a:p>
          <a:p>
            <a:pPr>
              <a:spcAft>
                <a:spcPts val="1000"/>
              </a:spcAft>
              <a:defRPr sz="2200"/>
            </a:pPr>
            <a:r>
              <a:t>💾 Save Original Video</a:t>
            </a:r>
          </a:p>
          <a:p>
            <a:pPr>
              <a:spcAft>
                <a:spcPts val="1000"/>
              </a:spcAft>
              <a:defRPr sz="2200"/>
            </a:pPr>
            <a:r>
              <a:t>🎙️ Whisper Transcription</a:t>
            </a:r>
          </a:p>
          <a:p>
            <a:pPr>
              <a:spcAft>
                <a:spcPts val="1000"/>
              </a:spcAft>
              <a:defRPr sz="2200"/>
            </a:pPr>
            <a:r>
              <a:t>🌐 Language Detection</a:t>
            </a:r>
          </a:p>
          <a:p>
            <a:pPr>
              <a:spcAft>
                <a:spcPts val="1000"/>
              </a:spcAft>
              <a:defRPr sz="2200"/>
            </a:pPr>
            <a:r>
              <a:t>💬 Select Caption Language</a:t>
            </a:r>
          </a:p>
          <a:p>
            <a:pPr>
              <a:spcAft>
                <a:spcPts val="1000"/>
              </a:spcAft>
              <a:defRPr sz="2200"/>
            </a:pPr>
            <a:r>
              <a:t>🤖 Translate Caption Segments</a:t>
            </a:r>
          </a:p>
          <a:p>
            <a:pPr>
              <a:spcAft>
                <a:spcPts val="1000"/>
              </a:spcAft>
              <a:defRPr sz="2200"/>
            </a:pPr>
            <a:r>
              <a:t>📄 Generate SRT + VTT</a:t>
            </a:r>
          </a:p>
          <a:p>
            <a:pPr>
              <a:spcAft>
                <a:spcPts val="1000"/>
              </a:spcAft>
              <a:defRPr sz="2200"/>
            </a:pPr>
            <a:r>
              <a:t>🔥 Burn Captions with FFmpeg</a:t>
            </a:r>
          </a:p>
          <a:p>
            <a:pPr>
              <a:spcAft>
                <a:spcPts val="1000"/>
              </a:spcAft>
              <a:defRPr sz="2200"/>
            </a:pPr>
            <a:r>
              <a:t>🎥 Save Captioned Video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/>
            </a:pPr>
            <a:r>
              <a:t>AI Video Caption Generator v1.0.0 • Nekkanti Satya Srinath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51206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Python 3.11</a:t>
            </a:r>
          </a:p>
          <a:p>
            <a:pPr>
              <a:spcAft>
                <a:spcPts val="800"/>
              </a:spcAft>
              <a:defRPr sz="1800"/>
            </a:pPr>
            <a:r>
              <a:t>Streamlit</a:t>
            </a:r>
          </a:p>
          <a:p>
            <a:pPr>
              <a:spcAft>
                <a:spcPts val="800"/>
              </a:spcAft>
              <a:defRPr sz="1800"/>
            </a:pPr>
            <a:r>
              <a:t>PyTest</a:t>
            </a:r>
          </a:p>
          <a:p>
            <a:pPr>
              <a:spcAft>
                <a:spcPts val="800"/>
              </a:spcAft>
              <a:defRPr sz="1800"/>
            </a:pPr>
            <a:r>
              <a:t>GitHub Actions</a:t>
            </a:r>
          </a:p>
          <a:p>
            <a:pPr>
              <a:spcAft>
                <a:spcPts val="800"/>
              </a:spcAft>
              <a:defRPr sz="1800"/>
            </a:pPr>
            <a:r>
              <a:t>Local file storage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23444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AI / Media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737360"/>
            <a:ext cx="51206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OpenAI Whisper</a:t>
            </a:r>
          </a:p>
          <a:p>
            <a:pPr>
              <a:spcAft>
                <a:spcPts val="800"/>
              </a:spcAft>
              <a:defRPr sz="1800"/>
            </a:pPr>
            <a:r>
              <a:t>Ollama</a:t>
            </a:r>
          </a:p>
          <a:p>
            <a:pPr>
              <a:spcAft>
                <a:spcPts val="800"/>
              </a:spcAft>
              <a:defRPr sz="1800"/>
            </a:pPr>
            <a:r>
              <a:t>TranslateGemma 12B</a:t>
            </a:r>
          </a:p>
          <a:p>
            <a:pPr>
              <a:spcAft>
                <a:spcPts val="800"/>
              </a:spcAft>
              <a:defRPr sz="1800"/>
            </a:pPr>
            <a:r>
              <a:t>FFmpeg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/>
            </a:pPr>
            <a:r>
              <a:t>AI Video Caption Generator v1.0.0 • Nekkanti Satya Srinath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Supported Caption Languages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English (en) • Telugu (te) • Hindi (hi) • Tamil (ta)</a:t>
            </a:r>
          </a:p>
          <a:p>
            <a:pPr>
              <a:spcAft>
                <a:spcPts val="1000"/>
              </a:spcAft>
              <a:defRPr sz="2200"/>
            </a:pPr>
            <a:r>
              <a:t>Kannada (kn) • Malayalam (ml) • Bengali (bn)</a:t>
            </a:r>
          </a:p>
          <a:p>
            <a:pPr>
              <a:spcAft>
                <a:spcPts val="1000"/>
              </a:spcAft>
              <a:defRPr sz="2200"/>
            </a:pPr>
            <a:r>
              <a:t>Marathi (mr) • Gujarati (gu) • Punjabi (pa)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/>
            </a:pPr>
            <a:r>
              <a:t>AI Video Caption Generator v1.0.0 • Nekkanti Satya Srinath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Caption &amp; Video Outputs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SRT — SubRip subtitle format.</a:t>
            </a:r>
          </a:p>
          <a:p>
            <a:pPr>
              <a:spcAft>
                <a:spcPts val="1000"/>
              </a:spcAft>
              <a:defRPr sz="2200"/>
            </a:pPr>
            <a:r>
              <a:t>VTT — WebVTT subtitle format.</a:t>
            </a:r>
          </a:p>
          <a:p>
            <a:pPr>
              <a:spcAft>
                <a:spcPts val="1000"/>
              </a:spcAft>
              <a:defRPr sz="2200"/>
            </a:pPr>
            <a:r>
              <a:t>Original uploaded video remains preserved.</a:t>
            </a:r>
          </a:p>
          <a:p>
            <a:pPr>
              <a:spcAft>
                <a:spcPts val="1000"/>
              </a:spcAft>
              <a:defRPr sz="2200"/>
            </a:pPr>
            <a:r>
              <a:t>Captioned video is written separately under outputs/.</a:t>
            </a:r>
          </a:p>
          <a:p>
            <a:pPr>
              <a:spcAft>
                <a:spcPts val="1000"/>
              </a:spcAft>
              <a:defRPr sz="2200"/>
            </a:pPr>
            <a:r>
              <a:t>Caption files are stored under captions/.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/>
            </a:pPr>
            <a:r>
              <a:t>AI Video Caption Generator v1.0.0 • Nekkanti Satya Srinath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Pages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📊 Dashboard</a:t>
            </a:r>
          </a:p>
          <a:p>
            <a:pPr>
              <a:spcAft>
                <a:spcPts val="1000"/>
              </a:spcAft>
              <a:defRPr sz="2200"/>
            </a:pPr>
            <a:r>
              <a:t>🎬 Caption Generator</a:t>
            </a:r>
          </a:p>
          <a:p>
            <a:pPr>
              <a:spcAft>
                <a:spcPts val="1000"/>
              </a:spcAft>
              <a:defRPr sz="2200"/>
            </a:pPr>
            <a:r>
              <a:t>📄 Captions</a:t>
            </a:r>
          </a:p>
          <a:p>
            <a:pPr>
              <a:spcAft>
                <a:spcPts val="1000"/>
              </a:spcAft>
              <a:defRPr sz="2200"/>
            </a:pPr>
            <a:r>
              <a:t>⚙️ Settings</a:t>
            </a:r>
          </a:p>
          <a:p>
            <a:pPr>
              <a:spcAft>
                <a:spcPts val="1000"/>
              </a:spcAft>
              <a:defRPr sz="2200"/>
            </a:pPr>
            <a:r>
              <a:t>❓ Help</a:t>
            </a:r>
          </a:p>
          <a:p>
            <a:pPr>
              <a:spcAft>
                <a:spcPts val="1000"/>
              </a:spcAft>
              <a:defRPr sz="2200"/>
            </a:pPr>
            <a:r>
              <a:t>ℹ️ About</a:t>
            </a:r>
          </a:p>
          <a:p>
            <a:pPr>
              <a:spcAft>
                <a:spcPts val="1000"/>
              </a:spcAft>
              <a:defRPr sz="2200"/>
            </a:pPr>
            <a:r>
              <a:t>Sidebar navigation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/>
            </a:pPr>
            <a:r>
              <a:t>AI Video Caption Generator v1.0.0 • Nekkanti Satya Srinath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Streamlit UI → Pages / Agents → Services → Providers</a:t>
            </a:r>
          </a:p>
          <a:p>
            <a:pPr>
              <a:spcAft>
                <a:spcPts val="1000"/>
              </a:spcAft>
              <a:defRPr sz="2200"/>
            </a:pPr>
            <a:r>
              <a:t>CaptionAgent coordinates caption-generation workflow.</a:t>
            </a:r>
          </a:p>
          <a:p>
            <a:pPr>
              <a:spcAft>
                <a:spcPts val="1000"/>
              </a:spcAft>
              <a:defRPr sz="2200"/>
            </a:pPr>
            <a:r>
              <a:t>TranslationProvider abstracts translation implementations.</a:t>
            </a:r>
          </a:p>
          <a:p>
            <a:pPr>
              <a:spcAft>
                <a:spcPts val="1000"/>
              </a:spcAft>
              <a:defRPr sz="2200"/>
            </a:pPr>
            <a:r>
              <a:t>Services handle transcription, language detection, caption generation and video burning.</a:t>
            </a:r>
          </a:p>
          <a:p>
            <a:pPr>
              <a:spcAft>
                <a:spcPts val="1000"/>
              </a:spcAft>
              <a:defRPr sz="2200"/>
            </a:pPr>
            <a:r>
              <a:t>Utilities handle SRT, VTT and caption-related processing.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/>
            </a:pPr>
            <a:r>
              <a:t>AI Video Caption Generator v1.0.0 • Nekkanti Satya Srinath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Design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Original videos are never overwritten.</a:t>
            </a:r>
          </a:p>
          <a:p>
            <a:pPr>
              <a:spcAft>
                <a:spcPts val="1000"/>
              </a:spcAft>
              <a:defRPr sz="2200"/>
            </a:pPr>
            <a:r>
              <a:t>Transcript data is an internal processing artifact rather than transcript history.</a:t>
            </a:r>
          </a:p>
          <a:p>
            <a:pPr>
              <a:spcAft>
                <a:spcPts val="1000"/>
              </a:spcAft>
              <a:defRPr sz="2200"/>
            </a:pPr>
            <a:r>
              <a:t>Translation is provider-based and replaceable.</a:t>
            </a:r>
          </a:p>
          <a:p>
            <a:pPr>
              <a:spcAft>
                <a:spcPts val="1000"/>
              </a:spcAft>
              <a:defRPr sz="2200"/>
            </a:pPr>
            <a:r>
              <a:t>SRT and VTT are generated as standard subtitle outputs.</a:t>
            </a:r>
          </a:p>
          <a:p>
            <a:pPr>
              <a:spcAft>
                <a:spcPts val="1000"/>
              </a:spcAft>
              <a:defRPr sz="2200"/>
            </a:pPr>
            <a:r>
              <a:t>Dashboard excludes .gitkeep placeholder files from recent files.</a:t>
            </a:r>
          </a:p>
          <a:p>
            <a:pPr>
              <a:spcAft>
                <a:spcPts val="1000"/>
              </a:spcAft>
              <a:defRPr sz="2200"/>
            </a:pPr>
            <a:r>
              <a:t>Core AI translation is designed around local Ollama processing.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/>
            </a:pPr>
            <a:r>
              <a:t>AI Video Caption Generator v1.0.0 • Nekkanti Satya Srinath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— Final Verified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153 tests collected</a:t>
            </a:r>
          </a:p>
          <a:p>
            <a:pPr>
              <a:spcAft>
                <a:spcPts val="1000"/>
              </a:spcAft>
              <a:defRPr sz="2200"/>
            </a:pPr>
            <a:r>
              <a:t>153 tests passed</a:t>
            </a:r>
          </a:p>
          <a:p>
            <a:pPr>
              <a:spcAft>
                <a:spcPts val="1000"/>
              </a:spcAft>
              <a:defRPr sz="2200"/>
            </a:pPr>
            <a:r>
              <a:t>0 tests failed</a:t>
            </a:r>
          </a:p>
          <a:p>
            <a:pPr>
              <a:spcAft>
                <a:spcPts val="1000"/>
              </a:spcAft>
              <a:defRPr sz="2200"/>
            </a:pPr>
            <a:r>
              <a:t>100% pass rate</a:t>
            </a:r>
          </a:p>
          <a:p>
            <a:pPr>
              <a:spcAft>
                <a:spcPts val="1000"/>
              </a:spcAft>
              <a:defRPr sz="2200"/>
            </a:pPr>
            <a:r>
              <a:t>15.31 seconds execution time</a:t>
            </a:r>
          </a:p>
          <a:p>
            <a:pPr>
              <a:spcAft>
                <a:spcPts val="1000"/>
              </a:spcAft>
              <a:defRPr sz="2200"/>
            </a:pPr>
            <a:r>
              <a:t>Python 3.11.4 • PyTest 9.1.1 • Windows</a:t>
            </a:r>
          </a:p>
          <a:p>
            <a:pPr>
              <a:spcAft>
                <a:spcPts val="1000"/>
              </a:spcAft>
              <a:defRPr sz="2200"/>
            </a:pPr>
            <a:r>
              <a:t>FINAL STATUS: TESTED SUCCESSFULLY 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/>
            </a:pPr>
            <a:r>
              <a:t>AI Video Caption Generator v1.0.0 • Nekkanti Satya Srinath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End-to-End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✅ Video upload</a:t>
            </a:r>
          </a:p>
          <a:p>
            <a:pPr>
              <a:spcAft>
                <a:spcPts val="1000"/>
              </a:spcAft>
              <a:defRPr sz="2200"/>
            </a:pPr>
            <a:r>
              <a:t>✅ Original video saved</a:t>
            </a:r>
          </a:p>
          <a:p>
            <a:pPr>
              <a:spcAft>
                <a:spcPts val="1000"/>
              </a:spcAft>
              <a:defRPr sz="2200"/>
            </a:pPr>
            <a:r>
              <a:t>✅ Language detection</a:t>
            </a:r>
          </a:p>
          <a:p>
            <a:pPr>
              <a:spcAft>
                <a:spcPts val="1000"/>
              </a:spcAft>
              <a:defRPr sz="2200"/>
            </a:pPr>
            <a:r>
              <a:t>✅ Caption generation</a:t>
            </a:r>
          </a:p>
          <a:p>
            <a:pPr>
              <a:spcAft>
                <a:spcPts val="1000"/>
              </a:spcAft>
              <a:defRPr sz="2200"/>
            </a:pPr>
            <a:r>
              <a:t>✅ SRT generation</a:t>
            </a:r>
          </a:p>
          <a:p>
            <a:pPr>
              <a:spcAft>
                <a:spcPts val="1000"/>
              </a:spcAft>
              <a:defRPr sz="2200"/>
            </a:pPr>
            <a:r>
              <a:t>✅ VTT generation</a:t>
            </a:r>
          </a:p>
          <a:p>
            <a:pPr>
              <a:spcAft>
                <a:spcPts val="1000"/>
              </a:spcAft>
              <a:defRPr sz="2200"/>
            </a:pPr>
            <a:r>
              <a:t>✅ FFmpeg caption burning</a:t>
            </a:r>
          </a:p>
          <a:p>
            <a:pPr>
              <a:spcAft>
                <a:spcPts val="1000"/>
              </a:spcAft>
              <a:defRPr sz="2200"/>
            </a:pPr>
            <a:r>
              <a:t>✅ Captioned video generation</a:t>
            </a:r>
          </a:p>
          <a:p>
            <a:pPr>
              <a:spcAft>
                <a:spcPts val="1000"/>
              </a:spcAft>
              <a:defRPr sz="2200"/>
            </a:pPr>
            <a:r>
              <a:t>✅ Dashboard / Settings / Help / About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/>
            </a:pPr>
            <a:r>
              <a:t>AI Video Caption Generator v1.0.0 • Nekkanti Satya Srinath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Agents: About, Caption, Dashboard, Help, Settings</a:t>
            </a:r>
          </a:p>
          <a:p>
            <a:pPr>
              <a:spcAft>
                <a:spcPts val="1000"/>
              </a:spcAft>
              <a:defRPr sz="2200"/>
            </a:pPr>
            <a:r>
              <a:t>Application: startup, upload, language UI, caption generation, burn workflow</a:t>
            </a:r>
          </a:p>
          <a:p>
            <a:pPr>
              <a:spcAft>
                <a:spcPts val="1000"/>
              </a:spcAft>
              <a:defRPr sz="2200"/>
            </a:pPr>
            <a:r>
              <a:t>Services: caption files, generation, storage, transcription, detection, burning</a:t>
            </a:r>
          </a:p>
          <a:p>
            <a:pPr>
              <a:spcAft>
                <a:spcPts val="1000"/>
              </a:spcAft>
              <a:defRPr sz="2200"/>
            </a:pPr>
            <a:r>
              <a:t>Utilities: caption utilities, SRT and VTT</a:t>
            </a:r>
          </a:p>
          <a:p>
            <a:pPr>
              <a:spcAft>
                <a:spcPts val="1000"/>
              </a:spcAft>
              <a:defRPr sz="2200"/>
            </a:pPr>
            <a:r>
              <a:t>Providers: translation provider</a:t>
            </a:r>
          </a:p>
          <a:p>
            <a:pPr>
              <a:spcAft>
                <a:spcPts val="1000"/>
              </a:spcAft>
              <a:defRPr sz="2200"/>
            </a:pPr>
            <a:r>
              <a:t>UI pages and requirements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/>
            </a:pPr>
            <a:r>
              <a:t>AI Video Caption Generator v1.0.0 • Nekkanti Satya Srinath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Release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Version: v1.0.0</a:t>
            </a:r>
          </a:p>
          <a:p>
            <a:pPr>
              <a:spcAft>
                <a:spcPts val="1000"/>
              </a:spcAft>
              <a:defRPr sz="2200"/>
            </a:pPr>
            <a:r>
              <a:t>153 / 153 automated tests passing</a:t>
            </a:r>
          </a:p>
          <a:p>
            <a:pPr>
              <a:spcAft>
                <a:spcPts val="1000"/>
              </a:spcAft>
              <a:defRPr sz="2200"/>
            </a:pPr>
            <a:r>
              <a:t>0 failures</a:t>
            </a:r>
          </a:p>
          <a:p>
            <a:pPr>
              <a:spcAft>
                <a:spcPts val="1000"/>
              </a:spcAft>
              <a:defRPr sz="2200"/>
            </a:pPr>
            <a:r>
              <a:t>100% test pass rate</a:t>
            </a:r>
          </a:p>
          <a:p>
            <a:pPr>
              <a:spcAft>
                <a:spcPts val="1000"/>
              </a:spcAft>
              <a:defRPr sz="2200"/>
            </a:pPr>
            <a:r>
              <a:t>End-to-end media workflow verified</a:t>
            </a:r>
          </a:p>
          <a:p>
            <a:pPr>
              <a:spcAft>
                <a:spcPts val="1000"/>
              </a:spcAft>
              <a:defRPr sz="2200"/>
            </a:pPr>
            <a:r>
              <a:t>Original, SRT, VTT and captioned-video outputs verified</a:t>
            </a:r>
          </a:p>
          <a:p>
            <a:pPr>
              <a:spcAft>
                <a:spcPts val="1000"/>
              </a:spcAft>
              <a:defRPr sz="2200"/>
            </a:pPr>
            <a:r>
              <a:t>Release status: Complete 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/>
            </a:pPr>
            <a:r>
              <a:t>AI Video Caption Generator v1.0.0 • Nekkanti Satya Srinath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Documentation 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README.md</a:t>
            </a:r>
          </a:p>
          <a:p>
            <a:pPr>
              <a:spcAft>
                <a:spcPts val="1000"/>
              </a:spcAft>
              <a:defRPr sz="2200"/>
            </a:pPr>
            <a:r>
              <a:t>ARCHITECTURE.md</a:t>
            </a:r>
          </a:p>
          <a:p>
            <a:pPr>
              <a:spcAft>
                <a:spcPts val="1000"/>
              </a:spcAft>
              <a:defRPr sz="2200"/>
            </a:pPr>
            <a:r>
              <a:t>SYSTEM_DESIGN.md</a:t>
            </a:r>
          </a:p>
          <a:p>
            <a:pPr>
              <a:spcAft>
                <a:spcPts val="1000"/>
              </a:spcAft>
              <a:defRPr sz="2200"/>
            </a:pPr>
            <a:r>
              <a:t>CONFIGURATION.md</a:t>
            </a:r>
          </a:p>
          <a:p>
            <a:pPr>
              <a:spcAft>
                <a:spcPts val="1000"/>
              </a:spcAft>
              <a:defRPr sz="2200"/>
            </a:pPr>
            <a:r>
              <a:t>INSTALLATION.md</a:t>
            </a:r>
          </a:p>
          <a:p>
            <a:pPr>
              <a:spcAft>
                <a:spcPts val="1000"/>
              </a:spcAft>
              <a:defRPr sz="2200"/>
            </a:pPr>
            <a:r>
              <a:t>TESTING.md</a:t>
            </a:r>
          </a:p>
          <a:p>
            <a:pPr>
              <a:spcAft>
                <a:spcPts val="1000"/>
              </a:spcAft>
              <a:defRPr sz="2200"/>
            </a:pPr>
            <a:r>
              <a:t>TROUBLESHOOTING.md</a:t>
            </a:r>
          </a:p>
          <a:p>
            <a:pPr>
              <a:spcAft>
                <a:spcPts val="1000"/>
              </a:spcAft>
              <a:defRPr sz="2200"/>
            </a:pPr>
            <a:r>
              <a:t>USER_GUIDE.md</a:t>
            </a:r>
          </a:p>
          <a:p>
            <a:pPr>
              <a:spcAft>
                <a:spcPts val="1000"/>
              </a:spcAft>
              <a:defRPr sz="2200"/>
            </a:pPr>
            <a:r>
              <a:t>WORKFLOW.md</a:t>
            </a:r>
          </a:p>
          <a:p>
            <a:pPr>
              <a:spcAft>
                <a:spcPts val="1000"/>
              </a:spcAft>
              <a:defRPr sz="2200"/>
            </a:pPr>
            <a:r>
              <a:t>PROVIDER_GUIDE.md</a:t>
            </a:r>
          </a:p>
          <a:p>
            <a:pPr>
              <a:spcAft>
                <a:spcPts val="1000"/>
              </a:spcAft>
              <a:defRPr sz="2200"/>
            </a:pPr>
            <a:r>
              <a:t>RELEASE_NOTES.md</a:t>
            </a:r>
          </a:p>
          <a:p>
            <a:pPr>
              <a:spcAft>
                <a:spcPts val="1000"/>
              </a:spcAft>
              <a:defRPr sz="2200"/>
            </a:pPr>
            <a:r>
              <a:t>CHANGELOG.md</a:t>
            </a:r>
          </a:p>
          <a:p>
            <a:pPr>
              <a:spcAft>
                <a:spcPts val="1000"/>
              </a:spcAft>
              <a:defRPr sz="2200"/>
            </a:pPr>
            <a:r>
              <a:t>PROJECT_NOTES.md</a:t>
            </a:r>
          </a:p>
          <a:p>
            <a:pPr>
              <a:spcAft>
                <a:spcPts val="1000"/>
              </a:spcAft>
              <a:defRPr sz="2200"/>
            </a:pPr>
            <a:r>
              <a:t>SCREENSHOTS.md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/>
            </a:pPr>
            <a:r>
              <a:t>AI Video Caption Generator v1.0.0 • Nekkanti Satya Srinath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Caption editor</a:t>
            </a:r>
          </a:p>
          <a:p>
            <a:pPr>
              <a:spcAft>
                <a:spcPts val="1000"/>
              </a:spcAft>
              <a:defRPr sz="2200"/>
            </a:pPr>
            <a:r>
              <a:t>Batch video processing</a:t>
            </a:r>
          </a:p>
          <a:p>
            <a:pPr>
              <a:spcAft>
                <a:spcPts val="1000"/>
              </a:spcAft>
              <a:defRPr sz="2200"/>
            </a:pPr>
            <a:r>
              <a:t>Caption styling controls</a:t>
            </a:r>
          </a:p>
          <a:p>
            <a:pPr>
              <a:spcAft>
                <a:spcPts val="1000"/>
              </a:spcAft>
              <a:defRPr sz="2200"/>
            </a:pPr>
            <a:r>
              <a:t>Additional translation providers</a:t>
            </a:r>
          </a:p>
          <a:p>
            <a:pPr>
              <a:spcAft>
                <a:spcPts val="1000"/>
              </a:spcAft>
              <a:defRPr sz="2200"/>
            </a:pPr>
            <a:r>
              <a:t>Additional subtitle formats</a:t>
            </a:r>
          </a:p>
          <a:p>
            <a:pPr>
              <a:spcAft>
                <a:spcPts val="1000"/>
              </a:spcAft>
              <a:defRPr sz="2200"/>
            </a:pPr>
            <a:r>
              <a:t>Advanced FFmpeg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/>
            </a:pPr>
            <a:r>
              <a:t>AI Video Caption Generator v1.0.0 • Nekkanti Satya Srinath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Final Project Status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Video Caption Generator v1.0.0</a:t>
            </a:r>
          </a:p>
          <a:p>
            <a:r>
              <a:t>153 Passed • 0 Failed • 100% • TESTED SUCCESSFULLY 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/>
            </a:pPr>
            <a:r>
              <a:t>AI Video Caption Generator v1.0.0 • Nekkanti Satya Srinath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